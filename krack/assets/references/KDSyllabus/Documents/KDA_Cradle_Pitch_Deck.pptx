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Positioning KDA as startup filtration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Early-stage funding inefficiency.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Improve startup quality before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filtration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before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Fundability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Improves funding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Aligned incentives.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Consistent deal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Cradle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Malaysia’s Startup Validation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KrackedDevs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Startup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Weak Customer Validation</a:t>
            </a:r>
          </a:p>
          <a:p>
            <a:r>
              <a:t>No Traction Metrics</a:t>
            </a:r>
          </a:p>
          <a:p>
            <a:r>
              <a:t>Pitch Deck Dependency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Pre-Funding Validation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5,000 Builders</a:t>
            </a:r>
          </a:p>
          <a:p>
            <a:r>
              <a:t>1,000 MVP</a:t>
            </a:r>
          </a:p>
          <a:p>
            <a:r>
              <a:t>200 Validated</a:t>
            </a:r>
          </a:p>
          <a:p>
            <a:r>
              <a:t>100 Investable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B as Feeder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Interviews</a:t>
            </a:r>
          </a:p>
          <a:p>
            <a:r>
              <a:t>Analytics</a:t>
            </a:r>
          </a:p>
          <a:p>
            <a:r>
              <a:t>Retention Hooks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Lab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12-Week Accelerator</a:t>
            </a:r>
          </a:p>
          <a:p>
            <a:r>
              <a:t>Traction Dashboard</a:t>
            </a:r>
          </a:p>
          <a:p>
            <a:r>
              <a:t>Unit Economics</a:t>
            </a:r>
          </a:p>
          <a:p>
            <a:r>
              <a:t>Investor Simulation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Risk Reduced</a:t>
            </a:r>
          </a:p>
          <a:p>
            <a:r>
              <a:t>Founder Readiness Improved</a:t>
            </a:r>
          </a:p>
          <a:p>
            <a:r>
              <a:t>Higher Survival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Equity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5% SAFE Participation</a:t>
            </a:r>
          </a:p>
          <a:p>
            <a:r>
              <a:t>Shared Incentive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 Flow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 Validated Annually</a:t>
            </a:r>
          </a:p>
          <a:p>
            <a:r>
              <a:t>100 High-Quality</a:t>
            </a:r>
          </a:p>
          <a:p>
            <a:r>
              <a:t>20–30 Fundable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Partnership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Recognition as Validation Partner</a:t>
            </a:r>
          </a:p>
          <a:p>
            <a:r>
              <a:t>Mentor Participation</a:t>
            </a:r>
          </a:p>
          <a:p>
            <a:r>
              <a:t>Fast-Track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
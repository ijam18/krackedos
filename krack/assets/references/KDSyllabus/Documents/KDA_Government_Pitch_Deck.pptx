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KDA proposes structured national infrastructure converting AI users into AI builders.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Malaysia lacks structured builder pathways.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bridge fragmented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Performance-based progression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economy ladder across age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 over attendance.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validated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100 teams nationally.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Equitable and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Visibility drives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Corporate ESG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target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grant-dependent.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for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Malaysia needs AI builders.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Malaysia’s National AI Builder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Economy Infrastructure for the AI Era</a:t>
            </a:r>
          </a:p>
          <a:p>
            <a:r>
              <a:t>From Primary School to Investable Startup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National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AI Usage</a:t>
            </a:r>
          </a:p>
          <a:p>
            <a:r>
              <a:t>Low Deployment Literacy</a:t>
            </a:r>
          </a:p>
          <a:p>
            <a:r>
              <a:t>Under-digitised SMEs</a:t>
            </a:r>
          </a:p>
          <a:p>
            <a:r>
              <a:t>Weak Startup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Fragmented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Schools → Theory</a:t>
            </a:r>
          </a:p>
          <a:p>
            <a:r>
              <a:t>Universities → Projects</a:t>
            </a:r>
          </a:p>
          <a:p>
            <a:r>
              <a:t>Accelerators → Expect Traction</a:t>
            </a:r>
          </a:p>
          <a:p>
            <a:r>
              <a:t>No Pipeline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3-Stage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A – Builder Sprint</a:t>
            </a:r>
          </a:p>
          <a:p>
            <a:r>
              <a:t>Stage B – Product Cohort</a:t>
            </a:r>
          </a:p>
          <a:p>
            <a:r>
              <a:t>Stage C – Founder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Age-Stacked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(7–12)</a:t>
            </a:r>
          </a:p>
          <a:p>
            <a:r>
              <a:t>Secondary (13–17)</a:t>
            </a:r>
          </a:p>
          <a:p>
            <a:r>
              <a:t>Tertiary (18+)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A – Deployment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Week Sprint</a:t>
            </a:r>
          </a:p>
          <a:p>
            <a:r>
              <a:t>Live URL Required</a:t>
            </a:r>
          </a:p>
          <a:p>
            <a:r>
              <a:t>Core Flow Working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B – Validation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User Interviews</a:t>
            </a:r>
          </a:p>
          <a:p>
            <a:r>
              <a:t>Analytics Tracking</a:t>
            </a:r>
          </a:p>
          <a:p>
            <a:r>
              <a:t>Iteration Cycles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C – Founder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Traction Systems</a:t>
            </a:r>
          </a:p>
          <a:p>
            <a:r>
              <a:t>Unit Economics</a:t>
            </a:r>
          </a:p>
          <a:p>
            <a:r>
              <a:t>Investor Readiness</a:t>
            </a:r>
          </a:p>
          <a:p>
            <a:r>
              <a:t>5% SAFE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Multi-Node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Schools</a:t>
            </a:r>
          </a:p>
          <a:p>
            <a:r>
              <a:t>Universities</a:t>
            </a:r>
          </a:p>
          <a:p>
            <a:r>
              <a:t>SMEs</a:t>
            </a:r>
          </a:p>
          <a:p>
            <a:r>
              <a:t>Public Cohorts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Launch</a:t>
            </a:r>
          </a:p>
          <a:p>
            <a:r>
              <a:t>Hackathons</a:t>
            </a:r>
          </a:p>
          <a:p>
            <a:r>
              <a:t>Demo Days</a:t>
            </a:r>
          </a:p>
          <a:p>
            <a:r>
              <a:t>National Showcase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Sponsorship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 – RM250k</a:t>
            </a:r>
          </a:p>
          <a:p>
            <a:r>
              <a:t>Gold – RM100k</a:t>
            </a:r>
          </a:p>
          <a:p>
            <a:r>
              <a:t>Silver – RM50k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1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5,000 Participants</a:t>
            </a:r>
          </a:p>
          <a:p>
            <a:r>
              <a:t>1,500–2,000 Deployments</a:t>
            </a:r>
          </a:p>
          <a:p>
            <a:r>
              <a:t>200 Validated Startups</a:t>
            </a:r>
          </a:p>
          <a:p>
            <a:r>
              <a:t>100 Founder Teams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Blended Financial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Government Funding</a:t>
            </a:r>
          </a:p>
          <a:p>
            <a:r>
              <a:t>Corporate Sponsorship</a:t>
            </a:r>
          </a:p>
          <a:p>
            <a:r>
              <a:t>Paid Cohorts</a:t>
            </a:r>
          </a:p>
          <a:p>
            <a:r>
              <a:t>Equity Participation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National Curriculum Lead</a:t>
            </a:r>
          </a:p>
          <a:p>
            <a:r>
              <a:t>State Leads</a:t>
            </a:r>
          </a:p>
          <a:p>
            <a:r>
              <a:t>QA Moderation</a:t>
            </a:r>
          </a:p>
          <a:p>
            <a:r>
              <a:t>Compliance Controls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Government Support</a:t>
            </a:r>
          </a:p>
          <a:p>
            <a:r>
              <a:t>State Endorsement</a:t>
            </a:r>
          </a:p>
          <a:p>
            <a:r>
              <a:t>Corporate Sponsors</a:t>
            </a:r>
          </a:p>
          <a:p>
            <a:r>
              <a:t>Co-Investors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